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338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Artificial Neural Networks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Project Presentation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Ujjwal Kumar Ray  |  Shubham Kumar | Vikash Kumar | Utkarsh Tiwari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2344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customers likely to leave using advanced AI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19202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920240"/>
            <a:ext cx="73152" cy="59436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345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920240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model accuracy achieved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57200" y="265176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57200" y="2651760"/>
            <a:ext cx="73152" cy="59436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7660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2651760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using SHAP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457200" y="33832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57200" y="3383280"/>
            <a:ext cx="73152" cy="59436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49758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3383280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Web Application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18872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Businesses struggle to identify at-risk customers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8872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Reduce customer acquisition cost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8872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Provide explainable predictions for stakeholders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8872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Enable real-time churn prediction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8872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Deliver actionable business insights</a:t>
            </a:r>
            <a:endParaRPr lang="en-US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09423A-6477-8C9F-D442-6C7A4F34F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521" y="3869479"/>
            <a:ext cx="4191105" cy="11214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41148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82880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57200" y="19659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2560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37560" y="182880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337560" y="19659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3337560" y="2560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17920" y="182880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17920" y="19659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6217920" y="2560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CreditScore, Age, Balance, Geography, Activity Status, Products, Tenure, etc.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Preprocessing: One-Hot Encoding, Label Encoding, StandardScaler normalization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Preprocessing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41148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97280" y="18288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irrelevant features: RowNumber, CustomerId, Surname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441448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441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97280" y="2395728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One-Hot Encoding &amp; Label Encoding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3008376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008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97280" y="2962656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for feature normalization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3575304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575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097280" y="352958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Split: 80-20 ratio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4142232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142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097280" y="409651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ANN-based Deep Learning model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0" y="1828800"/>
            <a:ext cx="6400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371600" y="1828800"/>
            <a:ext cx="9144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3"/>
          <p:cNvSpPr/>
          <p:nvPr/>
        </p:nvSpPr>
        <p:spPr>
          <a:xfrm>
            <a:off x="1645920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0" y="1828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Features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371600" y="2514600"/>
            <a:ext cx="6400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371600" y="2514600"/>
            <a:ext cx="9144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1645920" y="2514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 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72000" y="2514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neurons (ReLU)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371600" y="3200400"/>
            <a:ext cx="9144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1645920" y="3200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 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572000" y="3200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neurons (ReLU)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371600" y="3886200"/>
            <a:ext cx="6400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371600" y="3886200"/>
            <a:ext cx="9144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5"/>
          <p:cNvSpPr/>
          <p:nvPr/>
        </p:nvSpPr>
        <p:spPr>
          <a:xfrm>
            <a:off x="1645920" y="3886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572000" y="3886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activation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  |  Loss: Binary Crossentropy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Model Performance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82880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57200" y="20116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2697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37560" y="182880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337560" y="20116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3337560" y="2697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17920" y="182880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17920" y="20116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6217920" y="2697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897380" y="320040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897380" y="3383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1897380" y="4069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777740" y="320040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777740" y="3383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4800" dirty="0"/>
          </a:p>
        </p:txBody>
      </p:sp>
      <p:sp>
        <p:nvSpPr>
          <p:cNvPr id="18" name="Text 15"/>
          <p:cNvSpPr/>
          <p:nvPr/>
        </p:nvSpPr>
        <p:spPr>
          <a:xfrm>
            <a:off x="4777740" y="4069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Score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 Key Drivers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143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 Insights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188720" y="18288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Factor: Age: </a:t>
            </a: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customers show higher 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tendency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88720" y="239572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Count: </a:t>
            </a: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products significantly 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 retention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88720" y="296265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Status: </a:t>
            </a: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users are more likely to 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3529584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Impact: </a:t>
            </a: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region shows higher 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88720" y="409651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Extremes: </a:t>
            </a: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or low balance 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churn risk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0" y="17373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DB776AE-87AE-5397-59FD-5FA052C1CB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971" y="1613916"/>
            <a:ext cx="4098227" cy="23088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41148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828800"/>
            <a:ext cx="41148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57200" y="1828800"/>
            <a:ext cx="54864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82880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interactive web application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41148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2331720"/>
            <a:ext cx="54864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23317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churn prediction capabilities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834640"/>
            <a:ext cx="41148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834640"/>
            <a:ext cx="54864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83464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analytics dashboard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3337560"/>
            <a:ext cx="41148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3337560"/>
            <a:ext cx="54864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333756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visualizations for insights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3840480"/>
            <a:ext cx="41148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" y="3840480"/>
            <a:ext cx="54864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38404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interface for business teams</a:t>
            </a:r>
            <a:endParaRPr lang="en-US" sz="14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69D472A-9295-4376-E1E2-BC6E262E33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478"/>
          <a:stretch>
            <a:fillRect/>
          </a:stretch>
        </p:blipFill>
        <p:spPr>
          <a:xfrm>
            <a:off x="4572000" y="1828801"/>
            <a:ext cx="4509758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41148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828800"/>
            <a:ext cx="77724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14400" y="1828800"/>
            <a:ext cx="73152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118872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5760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TensorFlow, Keras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2395728"/>
            <a:ext cx="77724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2395728"/>
            <a:ext cx="73152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23957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657600" y="23957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Scikit-learn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2962656"/>
            <a:ext cx="77724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914400" y="2962656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1188720" y="296265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657600" y="296265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(SHapley Additive exPlanations)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14400" y="3529584"/>
            <a:ext cx="77724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914400" y="3529584"/>
            <a:ext cx="73152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1188720" y="352958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657600" y="352958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Plotly, Matplotlib, Seaborn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14400" y="4096512"/>
            <a:ext cx="77724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14400" y="4096512"/>
            <a:ext cx="73152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Text 19"/>
          <p:cNvSpPr/>
          <p:nvPr/>
        </p:nvSpPr>
        <p:spPr>
          <a:xfrm>
            <a:off x="1188720" y="40965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657600" y="40965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TensorBoard for model tracking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920240"/>
            <a:ext cx="77724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188720" y="1965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3840480" y="19202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 Improvement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914400" y="2788920"/>
            <a:ext cx="77724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18872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$1.56M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3840480" y="27889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Net Benefit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914400" y="3657600"/>
            <a:ext cx="77724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188720" y="37033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3840480" y="36576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At-Risk Customer Identification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14400" y="4572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wasted retention spending through targeted interventions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Future Enhancements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9728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Drift &amp; Bias Monitoring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retraining pipeline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548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75488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Ensemble Models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Hyperparameter Tuning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75488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CRM Integration &amp; REST API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75488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alert system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75488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 prediction support</a:t>
            </a:r>
            <a:endParaRPr lang="en-US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BA9582B-EF41-160D-BFDB-33506E298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09527"/>
            <a:ext cx="4660053" cy="136821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488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21031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model successfully predicts customer churn with 86% accuracy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679192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54480" y="263347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(SHAP) builds stakeholder trust and transparency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209544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54480" y="3163824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system ready for real-world deployment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739896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54480" y="3694176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data-driven customer retention strategy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200" dirty="0"/>
          </a:p>
        </p:txBody>
      </p:sp>
      <p:sp>
        <p:nvSpPr>
          <p:cNvPr id="13" name="Shape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438</Words>
  <Application>Microsoft Office PowerPoint</Application>
  <PresentationFormat>On-screen Show (16:9)</PresentationFormat>
  <Paragraphs>124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using ANN</dc:title>
  <dc:subject>PptxGenJS Presentation</dc:subject>
  <dc:creator>Utkarsh Tiwari Team</dc:creator>
  <cp:lastModifiedBy>ayush tiwari</cp:lastModifiedBy>
  <cp:revision>2</cp:revision>
  <dcterms:created xsi:type="dcterms:W3CDTF">2026-02-13T09:41:44Z</dcterms:created>
  <dcterms:modified xsi:type="dcterms:W3CDTF">2026-02-13T10:01:47Z</dcterms:modified>
</cp:coreProperties>
</file>